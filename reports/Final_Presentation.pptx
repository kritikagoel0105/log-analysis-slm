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Severity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8DA3D6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2C5F2D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Fine-tuned</c:v>
                </c:pt>
                <c:pt idx="2">
                  <c:v>Fine-tuned + RAG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43.9</c:v>
                </c:pt>
                <c:pt idx="1">
                  <c:v>73.7</c:v>
                </c:pt>
                <c:pt idx="2">
                  <c:v>80.8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222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E2761"/>
                </a:solidFill>
                <a:latin typeface="Calibri"/>
              </a:rPr>
              <a:t>Root cause accuracy — human eval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8DA3D6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2C5F2D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Fine-tuned</c:v>
                </c:pt>
                <c:pt idx="2">
                  <c:v>Fine-tuned + RAG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58.6</c:v>
                </c:pt>
                <c:pt idx="1">
                  <c:v>89.9</c:v>
                </c:pt>
                <c:pt idx="2">
                  <c:v>85.4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222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presentation for the 12-week DRDO internship project: an end-to-end offline log analysis system built on a fine-tuned small language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air-gap constraint as the defining requirement,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SLM not LLM: 3B parameters is the sweet spot for a single air-gapped workstation.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left to right: raw logs, preprocessing, RAG retrieval, fine-tuned SLM, parser, then the two front-ends. Everything inside the red dashed boundary is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disciplined weekly workflow and the freeze policy that kept earlier deliverables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 set is fully held out - the RAG index is built from train.jsonl only, so there is no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Fine-tuning is what teaches the model the exact structured output format - parse failures drop from 8.1%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gives the model precedent: what did similar incidents look like and how were they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Fine-tuning is the big jump on every metric. RAG further improves severity accuracy and F1; ROUGE-L and FPR trade off because retrieved context shifts summary wording and makes the model more sensitive. Root-cause accuracy comes from a 594-judgment manual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headline metrics: accuracy nearly doubles from baseline to the deployed system, and root-cause plausibility clears the 75% target with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alternative: show the /docs Swagger page and one curl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2-minute demo video deliverable (D8): upload, live analysis,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D9 acceptance: clean offline install tested on a VM with no internet - the validation script is the automated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is a deliverable too: auditability matters in defence contexts as much as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cleared targets and the honest future-work list, led by GPU inference for the latency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AI-Powered Log Analysis Using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Small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CADCFC"/>
                </a:solidFill>
                <a:latin typeface="Calibri"/>
              </a:rPr>
              <a:t>in Offline / Air-Gapped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CADCFC"/>
                </a:solidFill>
                <a:latin typeface="Calibri"/>
              </a:rPr>
              <a:t>DRDO Undergraduate Internship Project · 12-Week Program ·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Modern systems generate massive volumes of logs; manual triage is slow and error-prone.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Cloud AI log tools (Datadog, OpenAI-based analyzers) require internet connectivity.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Defence, banking and healthcare networks are air-gapped — no data may leave the machine.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Need: an AI analyst that runs entirely on a local machine with zero internet dependencies.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4630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F8E8E8"/>
          </a:solidFill>
          <a:ln w="15875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916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90011"/>
                </a:solidFill>
                <a:latin typeface="Calibri"/>
              </a:rPr>
              <a:t>Why offline?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4028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Security: logs contain sensitive operational data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Compliance: regulated / classified networks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300">
                <a:solidFill>
                  <a:srgbClr val="222222"/>
                </a:solidFill>
                <a:latin typeface="Calibri"/>
              </a:rPr>
              <a:t>Reliability: edge sites and factory floors lack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Solution — Offline SLM + Local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Qwen2.5-3B-Instruct: a small language model that runs on a single local machine.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QLoRA fine-tuning on ~2,000 instruction examples built from real log datasets.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Local RAG: FAISS vector index of historical incidents, retrieved as context.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Structured output: severity, incident type, root cause, summary, recommended actions.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Delivered as REST API + interactive dashboard + one-command offline installer.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66344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754879"/>
            <a:ext cx="2560320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96127"/>
            <a:ext cx="2377439" cy="59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parameters — runs on 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66344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754879"/>
            <a:ext cx="2560320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C5F2D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5596127"/>
            <a:ext cx="2377439" cy="59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internet calls at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66344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754879"/>
            <a:ext cx="2560320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5596127"/>
            <a:ext cx="2377439" cy="59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structured output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66344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754879"/>
            <a:ext cx="2560320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5596127"/>
            <a:ext cx="2377439" cy="5907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weeks, D1–D10 delivered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System Architecture</a:t>
            </a:r>
          </a:p>
        </p:txBody>
      </p:sp>
      <p:pic>
        <p:nvPicPr>
          <p:cNvPr id="3" name="Picture 2" descr="arch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097280"/>
            <a:ext cx="7726679" cy="5367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12-Week Engineering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W1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Offline environment + wheels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691639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W2–3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Log preprocessing +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5544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691639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W4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Dataset + zero-shot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5544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691639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W5–6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QLoRA fine-tuning + 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55448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691639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W7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Offline RAG (FAISS)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5F2D"/>
                </a:solidFill>
                <a:latin typeface="Calibri"/>
              </a:rP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891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Full evaluation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7490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886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5F2D"/>
                </a:solidFill>
                <a:latin typeface="Calibri"/>
              </a:rPr>
              <a:t>W9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43891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FastAPI 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37490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886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5F2D"/>
                </a:solidFill>
                <a:latin typeface="Calibri"/>
              </a:rPr>
              <a:t>W10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43891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Streamlit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7490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3886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5F2D"/>
                </a:solidFill>
                <a:latin typeface="Calibri"/>
              </a:rPr>
              <a:t>W11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43891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Offline install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3749039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8862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C5F2D"/>
                </a:solidFill>
                <a:latin typeface="Calibri"/>
              </a:rPr>
              <a:t>W12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7" y="43891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Calibri"/>
              </a:rPr>
              <a:t>Docs + final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Each week: audit → requirements from document → implementation → self-audit · previous weeks frozen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Data &amp; Preprocessing (Weeks 2–4)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Source: LogHub public log datasets (cloned locally before going offline).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Normalization: timestamps, IPs, paths and IDs replaced with stable placeholders.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PII masking built into the pipeline — no sensitive values reach the model.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Sliding log windows group related lines into analyzable units.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Instruction dataset: ~2,000 examples, 80/10/10 train/val/test split (198 test examples).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Every example: instruction + log window input + structured reference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645920"/>
            <a:ext cx="3840480" cy="169164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737360"/>
            <a:ext cx="3840480" cy="930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660904"/>
            <a:ext cx="3657600" cy="642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held-out test examples (never seen in training or RAG index)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657600"/>
            <a:ext cx="3840480" cy="169164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3749039"/>
            <a:ext cx="3840480" cy="9304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C5F2D"/>
                </a:solidFill>
                <a:latin typeface="Calibri"/>
              </a:rPr>
              <a:t>80/10/10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672584"/>
            <a:ext cx="3657600" cy="642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train / val / test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Fine-Tuning with QLoRA (Weeks 5–6)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Base model: Qwen2.5-3B-Instruct, weights stored locally (models/qwen25-3b/).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QLoRA: 4-bit quantized base + low-rank adapters — trainable on modest hardware.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Only the small LoRA adapter is trained; base weights stay frozen.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Training monitored with loss curves; checkpoint selection guarded against overfitting.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At inference the adapter is merged — one deterministic model, greedy decoding.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55448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645920"/>
            <a:ext cx="384048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4-bit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377439"/>
            <a:ext cx="3657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quantized base during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15468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3246120"/>
            <a:ext cx="384048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C5F2D"/>
                </a:solidFill>
                <a:latin typeface="Calibri"/>
              </a:rPr>
              <a:t>&lt;1%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977639"/>
            <a:ext cx="3657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of parameters trained (LoRA)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5488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846320"/>
            <a:ext cx="3840480" cy="754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C5F2D"/>
                </a:solidFill>
                <a:latin typeface="Calibri"/>
              </a:rPr>
              <a:t>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577840"/>
            <a:ext cx="3657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parse failures after fine-tuning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Offline RAG — Similar-Incident Retrieval (Week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Historical incidents from the training set embedded with a local sentence-transformer.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FAISS vector index (data/faiss.index) — cosine similarity search, fully offline.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Top-3 similar incidents injected into the prompt as context before generation.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Retrieval quality: precision@3 = 82.0% (target &gt; 70%) on 198 test queries.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500">
                <a:solidFill>
                  <a:srgbClr val="222222"/>
                </a:solidFill>
                <a:latin typeface="Calibri"/>
              </a:rPr>
              <a:t>Strict corpus hygiene: index built from train.jsonl only — no test leakage.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8288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92024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C5F2D"/>
                </a:solidFill>
                <a:latin typeface="Calibri"/>
              </a:rPr>
              <a:t>82.0%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926080"/>
            <a:ext cx="365760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retrieval precision@3 (target &gt; 70%)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02336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411480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E2761"/>
                </a:solidFill>
                <a:latin typeface="Calibri"/>
              </a:rPr>
              <a:t>top-3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120640"/>
            <a:ext cx="365760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Calibri"/>
              </a:rPr>
              <a:t>similar incidents injected as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Results — Baseline vs Fine-Tuned vs RAG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9728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60"/>
                <a:gridCol w="1783080"/>
                <a:gridCol w="2011680"/>
                <a:gridCol w="160020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9144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9144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 anchor="ctr" marL="9144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Fine-tuned + RAG</a:t>
                      </a:r>
                    </a:p>
                  </a:txBody>
                  <a:tcPr anchor="ctr" marL="9144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91440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Severity accuracy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73.7%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80.8%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Severity F1 (macro)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ROUGE-L (summaries)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0.594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0.464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&gt; 0.55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False positive rate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20.6%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&lt; 10%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Root cause accuracy (human eval)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58.6%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89.9%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85.4%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&gt; 75%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Parse failure rate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8.1%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C5F2D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91440"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198 held-out test examples · greedy decoding · identical evaluation pipeline for all three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Fine-Tuning Impact at a Glance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5394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371600"/>
          <a:ext cx="53949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REST API (Week 9 — FastAPI)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035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POST /analyze — full pipeline: preprocess → retrieve → generate → parse.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GET /health — {status, model, offline: true} liveness check.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Pydantic request validation (top_k_context 0–20, max_tokens 1–2048).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Robust errors: 400 empty input, 422 validation, 500 inference/parse, 503 not loaded.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Models and index loaded once at startup — never per request.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OpenAPI docs served locally at /docs + written API reference (reports/API_Reference.md).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554480"/>
            <a:ext cx="4480560" cy="429768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80" y="1783080"/>
            <a:ext cx="4114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ourier New"/>
              </a:rPr>
              <a:t>$ curl -X POST /analyze -d '{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ourier New"/>
              </a:rPr>
              <a:t>  "logs": "ERROR [db-service]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ourier New"/>
              </a:rPr>
              <a:t>     Database connection timeout",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ourier New"/>
              </a:rPr>
              <a:t>  "top_k_context": 3 }'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ourier New"/>
              </a:rPr>
              <a:t/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{ "severity": "HIGH",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  "incident_type": "database_outage",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  "root_cause": "Connection pool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      exhausted ...",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  "recommended_actions": [...],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urier New"/>
              </a:rPr>
              <a:t>  "similar_incidents": [...]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Dashboard (Week 10 — Streamlit)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0350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Drag-and-drop log file upload — no terminal, no documentation needed.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Live analysis: progress bar, windows rendered as each completes.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Per-window card: severity badge, root cause, actions, similar incidents.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Severity distribution chart across all windows in the file.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Model loaded once per server (st.cache_resource); results survive UI interactions.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Interrupted analyses resume — completed windows are never recomputed.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554480"/>
            <a:ext cx="4480560" cy="429768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90011"/>
                </a:solidFill>
                <a:latin typeface="Calibri"/>
              </a:rPr>
              <a:t>Severity: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331720"/>
            <a:ext cx="3977639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Calibri"/>
              </a:rPr>
              <a:t>Incident Type: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database_outage</a:t>
            </a:r>
          </a:p>
          <a:p>
            <a:pPr algn="l"/>
            <a:r>
              <a:rPr sz="1250" b="1" i="0">
                <a:solidFill>
                  <a:srgbClr val="222222"/>
                </a:solidFill>
                <a:latin typeface="Calibri"/>
              </a:rPr>
              <a:t>Root Cause: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Connection pool exhausted after upstream retry storm</a:t>
            </a:r>
          </a:p>
          <a:p>
            <a:pPr algn="l"/>
            <a:r>
              <a:rPr sz="1250" b="1" i="0">
                <a:solidFill>
                  <a:srgbClr val="222222"/>
                </a:solidFill>
                <a:latin typeface="Calibri"/>
              </a:rPr>
              <a:t>Recommended Actions: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1. Restart db-service connection pool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2. Raise pool ceiling + retry backoff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Calibri"/>
              </a:rPr>
              <a:t>3. Add queue-depth alerting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1206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ourier New"/>
              </a:rPr>
              <a:t>▓▓▓▓▓▓▓▓░░  window 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Operable by a non-technical user — Section 10.1(4) verified at runtime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Offline Packaging &amp; Deployment (Week 11 — D9)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583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package_offline.sh → single .tar.gz install archive + SHA-256 checksum.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Contains everything: code, wheels, model weights, LoRA adapter, FAISS index, datasets.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setup_offline.sh: one-command environment install from local wheels (pip --no-index).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validate_offline.sh: automated no-internet validation — asserts network isolation, all assets, all imports, full pipeline inference and API health.</a:t>
            </a:r>
          </a:p>
          <a:p>
            <a:pPr indent="-171450" marL="171450">
              <a:spcAft>
                <a:spcPts val="800"/>
              </a:spcAft>
              <a:buFont typeface="Arial"/>
              <a:buChar char="•"/>
            </a:pPr>
            <a:r>
              <a:rPr sz="1400">
                <a:solidFill>
                  <a:srgbClr val="222222"/>
                </a:solidFill>
                <a:latin typeface="Calibri"/>
              </a:rPr>
              <a:t>docker/Dockerfile: offline container build (--network=none compatible).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554480"/>
            <a:ext cx="3931920" cy="4297680"/>
          </a:xfrm>
          <a:prstGeom prst="roundRect">
            <a:avLst>
              <a:gd name="adj" fmla="val 6000"/>
            </a:avLst>
          </a:prstGeom>
          <a:solidFill>
            <a:srgbClr val="EDF3EA"/>
          </a:solidFill>
          <a:ln w="15875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Calibri"/>
              </a:rPr>
              <a:t>Deploy on air-gapped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77440"/>
            <a:ext cx="3566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1. Copy .tar.gz by secure media</a:t>
            </a:r>
          </a:p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2. sha256sum -c  (integrity)</a:t>
            </a:r>
          </a:p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3. tar -xzf  (extract)</a:t>
            </a:r>
          </a:p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4. bash setup_offline.sh</a:t>
            </a:r>
          </a:p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5. bash validate_offline.sh</a:t>
            </a:r>
          </a:p>
          <a:p>
            <a:pPr algn="l"/>
            <a:r>
              <a:rPr sz="1350" b="0" i="0">
                <a:solidFill>
                  <a:srgbClr val="222222"/>
                </a:solidFill>
                <a:latin typeface="Courier New"/>
              </a:rPr>
              <a:t>     → must print SUCCESS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Engineering Discipline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Document-driven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Every requirement traced to a section of the internship document; requirements vs engineering decisions always separated.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Weekly freeze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Completed weeks are frozen; later weeks import frozen code — never duplicate or modify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6002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Deterministic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1031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Greedy decoding + identical pipeline for baseline / fine-tuned / RAG; all metrics reproducible from committed scripts.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023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Local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Full Git history, one commit per deliverable, local only per the document's security rule.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8862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023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Honest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5262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Manual root-cause evaluation: 594 human judgments; CPU latency reported as measured, targets marked met or missed.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8862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4023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61"/>
                </a:solidFill>
                <a:latin typeface="Calibri"/>
              </a:rPr>
              <a:t>Tested &amp; audited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45262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Preprocessing unit tests, RAG tests, per-week audit reports, automated offline validation suite.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1">
                <a:solidFill>
                  <a:srgbClr val="CADCFC"/>
                </a:solidFill>
                <a:latin typeface="Calibri"/>
              </a:rPr>
              <a:t>A complete AI log analyst that never touches the 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50592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80.8%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severity accuracy</a:t>
            </a:r>
          </a:p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(from 43.9% baseline)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450592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291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root-cause accuracy</a:t>
            </a:r>
          </a:p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(target &gt; 75%)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450592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91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retrieval precision@3</a:t>
            </a:r>
          </a:p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(target &gt; 70%)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8600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2A3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450592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D1–D10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29184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all deliverables</a:t>
            </a:r>
          </a:p>
          <a:p>
            <a:pPr algn="ctr"/>
            <a:r>
              <a:rPr sz="1150" b="0" i="0">
                <a:solidFill>
                  <a:srgbClr val="CADCFC"/>
                </a:solidFill>
                <a:latin typeface="Calibri"/>
              </a:rPr>
              <a:t>complete &amp; audited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634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Future work:  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GPU inference for the &lt; 5 s latency target · larger incident corpus · quantized deployment build · continuous dataset growth from operator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